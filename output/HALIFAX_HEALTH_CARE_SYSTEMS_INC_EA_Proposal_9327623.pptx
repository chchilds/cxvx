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09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Cisco Enterprise Agreement</a:t>
            </a:r>
          </a:p>
          <a:p>
            <a:pPr>
              <a:spcBef>
                <a:spcPts val="1200"/>
              </a:spcBef>
              <a:defRPr sz="3200">
                <a:solidFill>
                  <a:srgbClr val="CCE5F3"/>
                </a:solidFill>
              </a:defRPr>
            </a:pPr>
            <a:r>
              <a:t>Proposal Summary</a:t>
            </a:r>
          </a:p>
          <a:p>
            <a:pPr>
              <a:spcBef>
                <a:spcPts val="3000"/>
              </a:spcBef>
              <a:defRPr sz="2400">
                <a:solidFill>
                  <a:srgbClr val="FFFFFF"/>
                </a:solidFill>
              </a:defRPr>
            </a:pPr>
            <a:r>
              <a:t>HALIFAX HEALTH CARE SYSTEMS INC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ID: 9327623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Name: 9-11-26 ISE + splunk EA 10-18-26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Report Date: 15-Sep-2026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Expected Book Date: 18-Oct-2026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Partner: CDW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Customer Pricing: Includes 20 points partner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Proposal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Deal ID 86069328 | Quote ID 4802559147 | 20 points margin applied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 b="1">
                <a:solidFill>
                  <a:srgbClr val="005073"/>
                </a:solidFill>
              </a:defRPr>
            </a:pPr>
            <a:r>
              <a:t>End Customer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482 FENTRESS BLVD, STE J, DAYTONA BEACH, FL, 32114, US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Account : HALIFAX MEDICAL CENTER US</a:t>
            </a:r>
          </a:p>
          <a:p>
            <a:pPr>
              <a:spcBef>
                <a:spcPts val="1400"/>
              </a:spcBef>
              <a:defRPr sz="1400" b="1">
                <a:solidFill>
                  <a:srgbClr val="005073"/>
                </a:solidFill>
              </a:defRPr>
            </a:pPr>
            <a:r>
              <a:t>Agreement Details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Enterprise Agreement Motion: EA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Buying Program ID: EA56662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Smart Account: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Project Name: Modify SR129604 - 31-Aug-2026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Price List: Global Price List US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073"/>
                </a:solidFill>
              </a:defRPr>
            </a:pPr>
            <a:r>
              <a:t>Portfolios Included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Applications Infrastructure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Splunk Cloud Platform &amp; Splunk Security Cloud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Security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Cisco Identity Services Engine (ISE) —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114800"/>
            <a:ext cx="5303520" cy="201168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5073"/>
                </a:solidFill>
              </a:defRPr>
            </a:pPr>
            <a:r>
              <a:t>Agreement Terms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Billing Model: Annual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Duration: ~49.5 months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Requested Ship Date: 18-Oct-2026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Commitment: Full Term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Partner Margin: 20 points applied to all 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Financial Summary (Customer Pricing)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Total Contract Value: $1,075,023.28 | Includes 20 points partner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  <a:gridCol w="1371600"/>
                <a:gridCol w="164592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Portfolio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Software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Services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Total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List Price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Discount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OTD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$66,662.95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$66,662.95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$148,139.42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$81,476.47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Applications Infrastructure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$819,808.84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$819,808.84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$1,717,355.63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$897,546.79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$188,551.49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$188,551.49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$987,598.16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$691,135.74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$107,910.94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$1,008,360.32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$66,662.95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$1,075,023.28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$2,853,093.22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$1,670,159.00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$107,910.94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303520"/>
            <a:ext cx="4754880" cy="914400"/>
          </a:xfrm>
          <a:prstGeom prst="roundRect">
            <a:avLst/>
          </a:prstGeom>
          <a:solidFill>
            <a:srgbClr val="6BB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Total EA Contract Value: $1,075,023.28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Total Savings vs. List Price: $1,778,069.94 (62.3%)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Applications Infrastructure — Splunk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TCV: $819,808.84 | Includes 20 points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0584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200400"/>
                <a:gridCol w="640080"/>
                <a:gridCol w="1097280"/>
                <a:gridCol w="914400"/>
                <a:gridCol w="11887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E3A-SK-SE-C-H-S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Sub - Std w HIPAA Compliance and Enc GB...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$91.57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$534,670.84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E3A-SK-C-FA3P-H-S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Federated Analytics - 3rd Party - HIPAA, Inge...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$32.40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$7,566.10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E3A-SK-ES-CLD-S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- Ent Sec Ess - Sub with Std Success - 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$46.04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$277,571.90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E3A-SK-TIM-CLD-S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Threat Intel Mgt - Ent Edition - Std Success 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(Software)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Software TCV: $188,551.49 | Includes 20 points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2286000"/>
                <a:gridCol w="73152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E3S-ISE-PRM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Premier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7,000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$1.26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$83,000.77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SVS-E3S-ISE-B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Basic for 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23.00%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E3S-ISE-ADV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Advantage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14,000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$98,631.84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Essentials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$6,918.88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(Services)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Services TCV: $66,662.95 | Includes 20 points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103120"/>
                <a:gridCol w="548640"/>
                <a:gridCol w="1371600"/>
                <a:gridCol w="91440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 Tier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Services: 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E3-CX-ISE-ESWP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Standard SW Support OP for ISE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55.00%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$66,662.95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Customer pricing includes 20 points partner margin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5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Contract Value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5073"/>
                </a:solidFill>
              </a:defRPr>
            </a:pPr>
            <a:r>
              <a:t>$1,075,023.28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Software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$1,008,360.32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Services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$66,662.95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5859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List Price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58595B"/>
                </a:solidFill>
              </a:defRPr>
            </a:pPr>
            <a:r>
              <a:t>$2,853,093.22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$1,670,159.00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One-Time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$107,910.94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5073"/>
                </a:solidFill>
              </a:defRPr>
            </a:pPr>
            <a:r>
              <a:t>Estimated Average Annual Investment: $260,866.70  (includes 20 points margin, ~49.5 month term, annual billing)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Important Notice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Cisco Enterprise Agreement — Proposal Export Summary (v1.0)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presentation contains indicative pricing only as of the date generated.</a:t>
            </a: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is NOT an approved Cisco quote.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Pricing is subject to change and final approval by Cisco.</a:t>
            </a: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All dollar amounts shown include 20 points (20%) partner margin applied to Cisco net pricing.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Pre-EA assets are software licenses actively available in the customer's install base. They will be considered as consumed when the EA subscription is activated.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100">
                <a:solidFill>
                  <a:srgbClr val="0097D9"/>
                </a:solidFill>
              </a:defRPr>
            </a:pPr>
            <a:r>
              <a:t>Proposal Link: https://apps.cisco.com/ea/project/proposal/6aa407697861bd4610eba3b4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Generated: 15-Sep-2026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Proposal ID: 9327623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Deal ID: 86069328 | Quote ID: 4802559147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 points partner margin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